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5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0"/>
          <p:cNvPicPr preferRelativeResize="0"/>
          <p:nvPr>
            <p:ph idx="2" type="pic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ctrTitle"/>
          </p:nvPr>
        </p:nvSpPr>
        <p:spPr>
          <a:xfrm>
            <a:off x="736707" y="532249"/>
            <a:ext cx="7994337" cy="55735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None/>
            </a:pPr>
            <a:br>
              <a:rPr lang="en-US" sz="5800">
                <a:latin typeface="Arial"/>
                <a:ea typeface="Arial"/>
                <a:cs typeface="Arial"/>
                <a:sym typeface="Arial"/>
              </a:rPr>
            </a:br>
            <a:br>
              <a:rPr lang="en-US" sz="5800">
                <a:latin typeface="Arial"/>
                <a:ea typeface="Arial"/>
                <a:cs typeface="Arial"/>
                <a:sym typeface="Arial"/>
              </a:rPr>
            </a:br>
            <a:endParaRPr sz="5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61609"/>
              <a:buFont typeface="Arial"/>
              <a:buNone/>
            </a:pPr>
            <a:r>
              <a:t/>
            </a:r>
            <a:endParaRPr b="1" sz="358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61609"/>
              <a:buFont typeface="Arial"/>
              <a:buNone/>
            </a:pPr>
            <a:r>
              <a:t/>
            </a:r>
            <a:endParaRPr b="1" sz="358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61609"/>
              <a:buFont typeface="Arial"/>
              <a:buNone/>
            </a:pPr>
            <a:r>
              <a:t/>
            </a:r>
            <a:endParaRPr b="1" sz="358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61609"/>
              <a:buFont typeface="Arial"/>
              <a:buNone/>
            </a:pPr>
            <a:r>
              <a:rPr b="1" lang="en-US" sz="3588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IPL 2022 Data Analysis Professional Presentation Report</a:t>
            </a:r>
            <a:endParaRPr b="1" sz="3588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725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290000"/>
              <a:buFont typeface="Arial"/>
              <a:buNone/>
            </a:pP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Dataset: ipl2022</a:t>
            </a:r>
            <a:br>
              <a:rPr i="0" lang="en-US" sz="2000">
                <a:latin typeface="Arial"/>
                <a:ea typeface="Arial"/>
                <a:cs typeface="Arial"/>
                <a:sym typeface="Arial"/>
              </a:rPr>
            </a:br>
            <a:r>
              <a:rPr i="0" lang="en-US" sz="2000">
                <a:latin typeface="Arial"/>
                <a:ea typeface="Arial"/>
                <a:cs typeface="Arial"/>
                <a:sym typeface="Arial"/>
              </a:rPr>
              <a:t>Email: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kallurisreenathreddy@gmail.com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Phone : 8712319426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LinkedIn : https://www.linkedin.com/in/Sreenathkalluri/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6459794" y="6475497"/>
            <a:ext cx="37854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Bharadwaj Kollepara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109299" y="476244"/>
            <a:ext cx="72979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</a:rPr>
              <a:t>IPL 2022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Dataset Analysis Using PySpark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kedin icons for free download | Freepik" id="104" name="Google Shape;1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3" y="5889875"/>
            <a:ext cx="153165" cy="144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747" y="5308296"/>
            <a:ext cx="199921" cy="10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422" y="5530975"/>
            <a:ext cx="252565" cy="243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 Logo Computer File PNG" id="108" name="Google Shape;10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014" y="498227"/>
            <a:ext cx="451285" cy="439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714805" y="2002831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 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report analyzes IPL 2022 ball-by-ball data to uncover player and team trends, performance leaders, and match dynamics.​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206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 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dataset contains over 17,000 records, covering every delivery in the season.​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 Overview</a:t>
            </a:r>
            <a:endParaRPr b="1" sz="5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822960" y="200305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333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 Columns: Includes ball, over, batter, bowler, dismissals, team info, and extras.​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Records: 17,912 deliveries tracked in the season.​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missing or corrupted values, ensuring robust analytics.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b="1" sz="6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822960" y="200305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333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imported using PySpark for scalable analytics.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Cleaning and preprocessing steps ensured accuracy, including schema validation and unique value checks.​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333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Aggregations, groupings, and visualizations (charts and graphs) conducted using pandas and PySpark functions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 Analyses</a:t>
            </a:r>
            <a:endParaRPr b="1" sz="6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822960" y="200305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206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 Batters: Total runs, balls played, and boundaries plotted for leading scorers. JC Buttler topped the charts.​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206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Bowler Performance: Wickets taken and ball count aggregated per bowler. YS Chahal was the standout performer.​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206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 Trends: Batting totals and consumption compared to highlight dominant teams (Rajasthan Royals, Gujarat Titans).​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20650" lvl="0" marL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Dismissal Types: Analysis of wicket-taking methods shows catches were the primary source of dismissals, followed by bowled and run-out.​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  <a:endParaRPr b="1"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822960" y="2003050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Consistent batting and effective bowling were crucial for top teams.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 individuals shaped game outcomes with exceptional performance metrics.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Fielding contributed significantly to dismissals—evidence of tactical T20 approach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457200" y="44768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Recommendations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575186" y="1828910"/>
            <a:ext cx="8018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advanced metrics (strike rate, economy, averages) for deeper comparative analysis.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Apply predictive modeling for future performance projections.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Combine historical data to identify seasonal improvements and player growth trends.​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26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822960" y="1964015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IPL 2022 analysis demonstrates the power of big data tools in extracting actionable sports insights, supporting team strategies, and highlighting top talents in the league.​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